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 Snapshot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with Myasthenia Gravis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Chicago, 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teacher (on disability)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MG (3 years)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fluctuating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50492" y="3364992"/>
            <a:ext cx="850392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1650492" y="33649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10612" y="3364992"/>
            <a:ext cx="1472184" cy="274320"/>
          </a:xfrm>
          <a:prstGeom prst="roundRect">
            <a:avLst>
              <a:gd name="adj" fmla="val 16667"/>
            </a:avLst>
          </a:prstGeom>
          <a:solidFill>
            <a:srgbClr val="2E1E5E"/>
          </a:solidFill>
          <a:ln/>
        </p:spPr>
      </p:sp>
      <p:sp>
        <p:nvSpPr>
          <p:cNvPr id="20" name="Text 18"/>
          <p:cNvSpPr/>
          <p:nvPr/>
        </p:nvSpPr>
        <p:spPr>
          <a:xfrm>
            <a:off x="2610612" y="33649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SPOUSE-DEPENDENT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just want to know what my real options are, not everything that exists for MG, but what might actually work for someone like me, and what the trade-offs really are. I'm tired of feeling like I'm flying blind.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Motivations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symptom control with fewer side effects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frequency of crises and ER visits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Regain stability for volunteering or part-time work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 about emerging therapies and trials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relationships without feeling like a burden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from conflicting online sources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fragmentation across specialists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uncertainty: real-world success rates unclear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denials and long wait times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tax: researching options drains limited energy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 from too many variables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Needs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matching by age, severity, treatment history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info with medical expert validation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tools with real 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eligibility and day-to-day details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cognitive load, clear and jargon-free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life over aggressive treatment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strength: wants data, not just hope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 profile (already dealing with prednisone)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Logistics: monthly infusions OK, weekly harder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Reversibility: prefers options she can stop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insurance coverage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 Snapshot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Williams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Diagnosed &amp; Seeking Answers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(startup)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Ocular MG (6 months)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Mild-moderate, ptosis and diplopia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(early adopter)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3B2E0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3364992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364992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7852" y="3364992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0D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3387852" y="3364992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data, not reassurance. Show me the actual probabilities, what happens to people with my exact profile? What's the most aggressive, evidence-based path forward? I'm not willing to just 'wait and see' if there are interventions that might prevent this from getting worse.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Motivations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disease completely: mechanisms, prognosis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progression from ocular to generalized MG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cutting-edge, evidence-based treatments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active lifestyle (climbing, cycling, social)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ahead before it impacts career trajectory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info: Reddit threads vs. medical journals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vs. uncertainty about aggressive treatment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wait for MG specialist feels like wasted time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planning anxiety (travel, employer disclosure)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neurologist seems dismissive of his concerns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Needs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clinical trials, emerging therapies, research updates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matching with algorithm transparency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 based on his antibody status and age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MG specialist finder with outcomes 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notifications for new trials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quality: Phase 3 trial data, not anecdotes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modification over symptom management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outcomes: will this prevent generalization?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lifestyle disruption for work and hobbies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Cutting-edge over conservative approaches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benefit: wants quick results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 Snapshot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Dorothy Martinez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MG &amp; Treatment Exhaustion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Nebraska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postal worker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MG (18 years, refractory)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Severe, frequent exacerbations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(tablet for video calls)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3B0D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72768" y="336499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768" y="336499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43784" y="3364992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2E1E5E"/>
          </a:solidFill>
          <a:ln/>
        </p:spPr>
      </p:sp>
      <p:sp>
        <p:nvSpPr>
          <p:cNvPr id="20" name="Text 18"/>
          <p:cNvSpPr/>
          <p:nvPr/>
        </p:nvSpPr>
        <p:spPr>
          <a:xfrm>
            <a:off x="2843784" y="33649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DAUGHTER-DEPENDENT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fighting this for almost 20 years. I've tried so many treatments that didn't work or stopped working. I just need to know, honestly, is there anything left that might actually help someone like me? And if there is, will my body even tolerate it at this point?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Motivations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frequency of crises and hospitalizations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dignity and some independence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treatment burden (fewer trips, simpler regimens)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nursing home placement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grandchildren grow up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fatigue: feels like a guinea pig after many failures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isolation: specialist is a 3-hour drive away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strain: Medicare copays and travel costs add up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burden on daughter for rides, meals, coordination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 accumulation from years of immunosuppression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Hopelessness about remaining treatment options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Needs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Refractory-specific options for patients who tried everything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yes/no guidance without overwhelming detail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access so daughter can help navigate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expectations: honest about help vs. cure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 assessment: how intensive is each option?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treatment burden: fewer hospital trips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efficacy in refractory cases specifically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side effect profile given existing conditions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insurance: no expensive out-of-pocket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impact: doesn't want to burden daughter more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over optimization: predictability matters most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 Snapshot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PERSONA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Patel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 Balancing Career &amp; MG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(fashion)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MG (2 years, Anti-MuSK+)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fluctuating weakness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(digital native)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0D3B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28216" y="3364992"/>
            <a:ext cx="1549908" cy="274320"/>
          </a:xfrm>
          <a:prstGeom prst="roundRect">
            <a:avLst>
              <a:gd name="adj" fmla="val 16667"/>
            </a:avLst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1728216" y="3364992"/>
            <a:ext cx="1549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LIFESTYLE-FOCUSED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7852" y="3364992"/>
            <a:ext cx="1394460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20" name="Text 18"/>
          <p:cNvSpPr/>
          <p:nvPr/>
        </p:nvSpPr>
        <p:spPr>
          <a:xfrm>
            <a:off x="3387852" y="3364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SELF-SUFFICIENT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building my career, planning my future, and trying to live my life, but MG makes everything more complicated. I need options that actually work for someone who can't just pause their life for treatment. And I really need to know: can I still have the future I planned?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Motivations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remission to maintain career trajectory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treatments compatible with future pregnancy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support network of people who get 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visible symptoms (ptosis, weakness) at work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long-term prognosis for life planning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impact: missing work for infusions, fatigue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stigma: looks healthy, feels invalidated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anxiety: when and how to disclose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timing conflicts with work meetings, travel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planning: conflicting info on MG meds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image: prednisone effects in image-conscious field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Needs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 filters: career, fertility, active lifestyle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connection with young professionals with MG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pregnancy and MG guidance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treatment options (weekends, oral vs. infusion)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accommodation strategies from other patients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compatibility: minimal disruption to work/social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safety: must be compatible with pregnancy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considerations: avoiding weight gain, moon face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for Anti-MuSK antibody type specifically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improvement: can't wait months for results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validation from other young women with MG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Persona Snapshots</dc:title>
  <dc:subject>PptxGenJS Presentation</dc:subject>
  <dc:creator>Resonata</dc:creator>
  <cp:lastModifiedBy>Resonata</cp:lastModifiedBy>
  <cp:revision>1</cp:revision>
  <dcterms:created xsi:type="dcterms:W3CDTF">2026-03-25T17:47:53Z</dcterms:created>
  <dcterms:modified xsi:type="dcterms:W3CDTF">2026-03-25T17:47:53Z</dcterms:modified>
</cp:coreProperties>
</file>